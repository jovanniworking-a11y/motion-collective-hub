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081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A0810"/>
                </a:solidFill>
                <a:latin typeface="Calibri"/>
              </a:rPr>
              <a:t>Pool spend by category ($450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 spend</c:v>
                </c:pt>
              </c:strCache>
            </c:strRef>
          </c:tx>
          <c:spPr>
            <a:solidFill>
              <a:srgbClr val="FF3B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B3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13B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92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0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Drinks/ice/cups</c:v>
                  </c:pt>
                  <c:pt idx="1">
                    <c:v>Decor</c:v>
                  </c:pt>
                  <c:pt idx="2">
                    <c:v>DIY signage</c:v>
                  </c:pt>
                  <c:pt idx="3">
                    <c:v>Smoking</c:v>
                  </c:pt>
                  <c:pt idx="4">
                    <c:v>Buffer left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241.42</c:v>
                </c:pt>
                <c:pt idx="1">
                  <c:v>76</c:v>
                </c:pt>
                <c:pt idx="2">
                  <c:v>30</c:v>
                </c:pt>
                <c:pt idx="3">
                  <c:v>44</c:v>
                </c:pt>
                <c:pt idx="4">
                  <c:v>58.58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1000" kern="0" dirty="0">
                <a:solidFill>
                  <a:srgbClr val="9A92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E6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Budget &amp; Drinks Plan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Devil’s Night · AFTERIMAGE 001 · Friday 10.30.2026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drinks recipe, real shopping carts, and the $450 pool budget — 13 Oct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money goes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Pool-funded (shared, $450 cap)  vs.  Jovanni-funded separately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$241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Drinks, ice &amp; cups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69080" y="1554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5196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$150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 + DIY + smoking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89520" y="1554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A13B42"/>
          </a:solidFill>
          <a:ln w="12700">
            <a:solidFill>
              <a:srgbClr val="A13B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$59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remaining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$575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fees (unpaid)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JOVANNI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69080" y="35661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25196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$345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CDJ + mixer rental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JOVANNI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35661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$429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01 merch (est.)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JOVANNI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Overview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647395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AFTERIMAGE 001 · 10.30.26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Finalized drinks recipe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 standard drinks — covers ~55 drinkers at 3 each. BYOB tops up the rest.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VODKA JJ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gal batch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Svedka Vodka 1.75L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Hawaiian Punch 1 gal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Pineapple juice 46oz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2L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$31.93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06240" y="150876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34840" y="1737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TEQUILA JJ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~2.7 gal batch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5146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Lunazul Tequila 1.75L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DeKuyper Triple Sec 750mL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H-E-B Limeade x2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Cranberry juice ~96oz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2L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$53.90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863840" y="150876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92440" y="1737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serve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5146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Claw Variety 24-pk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 Lite 30-pk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Soju x2 (he/they rider)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$82.46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 Recipe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647395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AFTERIMAGE 001 · 10.30.26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Shopping carts — where to buy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law: hard liquor only from a package store. Beer, seltzer and mixers can be grocery.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667512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Liquor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Svedka, Lunazul, Triple Sec, Soju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 (H-E-B / Walmart)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Mixers, juices, Sprite, White Claw, Miller Lite, water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Sam's Club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Member's Mark cups 16oz x2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(day-of)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 lb, Twice the Ice / Texas Cold 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A13B4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EVERYTHING-TO-BUY TOTAL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800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$241.42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5074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$224.85 carts + $16.57 Austin sales tax (8.25%)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647395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AFTERIMAGE 001 · 10.30.26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8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Pool budget check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 pool (Jovanni + Haven + Alex, $150 each)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0664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 + ice + cups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96696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$241.42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$76.00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signage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supplies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$44.00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spend total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96696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$391.42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available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$450.00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4297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remaining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96696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$58.58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Budget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647395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AFTERIMAGE 001 · 10.30.26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6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liquor (vodka, tequila, triple sec, soju) by Thu 29 Oct — package stores closed Sundays.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run for mixers, beer, White Claw, water — any day that week.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Club run for cups.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ice ~160 lb the day of (Twice the Ice / Texas Cold Front, Pflugerville).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in-store: Miller Lite 30-pack price (showed out of stock online when checked).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DJ fees ($575) before the 30th — currently unpaid.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647395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AFTERIMAGE 001 · 10.30.26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MOTION Collective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MOTION</dc:creator>
  <cp:lastModifiedBy>MOTION</cp:lastModifiedBy>
  <cp:revision>1</cp:revision>
  <dcterms:created xsi:type="dcterms:W3CDTF">2026-10-13T15:57:25Z</dcterms:created>
  <dcterms:modified xsi:type="dcterms:W3CDTF">2026-10-13T15:57:25Z</dcterms:modified>
</cp:coreProperties>
</file>